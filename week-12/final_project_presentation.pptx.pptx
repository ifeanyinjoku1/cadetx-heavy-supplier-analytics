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32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7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284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9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5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3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1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7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1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05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53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576">
          <p15:clr>
            <a:srgbClr val="F26B43"/>
          </p15:clr>
        </p15:guide>
        <p15:guide id="10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000"/>
              <a:t>CadetX Heavy Supplier Analytics: Final Presentation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40080" y="5292147"/>
            <a:ext cx="4670660" cy="128788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1100" dirty="0"/>
              <a:t>End-to-End Supply Chain Optimization, Predictive Modeling, and Business Intelligence
Team:
​Saw Yu Nandar (Scrum Master)
​Ifeanyi Njoku (Data Analyst)
​Preethi.K (Research Associate)
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D72F0DB-3551-52C1-958C-C0BC1AD2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37" r="11634" b="-4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7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GB" sz="3700" dirty="0"/>
              <a:t>Project Scope &amp; Objectives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Core Challenge: Managing heavy supplier loads, high-volume inventory, and multi-hub warehouse distribution pressure across logistics networks.​</a:t>
            </a:r>
          </a:p>
          <a:p>
            <a:pPr lvl="0"/>
            <a:r>
              <a:rPr lang="en-GB" dirty="0"/>
              <a:t>Key Deliverables: 12-week structured data pipeline, RFM customer segmentation, predictive forecasting models, and centralized BI reporting.</a:t>
            </a:r>
          </a:p>
          <a:p>
            <a:endParaRPr lang="en-GB" dirty="0"/>
          </a:p>
        </p:txBody>
      </p:sp>
      <p:pic>
        <p:nvPicPr>
          <p:cNvPr id="6" name="Picture 5" descr="Boxes and roller conveyor">
            <a:extLst>
              <a:ext uri="{FF2B5EF4-FFF2-40B4-BE49-F238E27FC236}">
                <a16:creationId xmlns:a16="http://schemas.microsoft.com/office/drawing/2014/main" id="{7A88D3BB-600E-A0A6-3B66-2DE14F2E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93" r="27609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14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 dirty="0"/>
              <a:t>Commercial &amp; Customer Insights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Pareto Distribution: The top 20% of catalog SKUs drive 74% of total revenue.​Customer Concentration: The top decile (10%) of customer accounts generates 58% of overall gross revenue.​</a:t>
            </a:r>
          </a:p>
          <a:p>
            <a:pPr lvl="0"/>
            <a:r>
              <a:rPr lang="en-GB" dirty="0"/>
              <a:t>Retention: Supported by a strong 64.2% repeat customer rate and a solid $147.99 Average Order Value (AOV).</a:t>
            </a:r>
          </a:p>
        </p:txBody>
      </p:sp>
      <p:pic>
        <p:nvPicPr>
          <p:cNvPr id="6" name="Picture 5" descr="White percentage symbol on red background">
            <a:extLst>
              <a:ext uri="{FF2B5EF4-FFF2-40B4-BE49-F238E27FC236}">
                <a16:creationId xmlns:a16="http://schemas.microsoft.com/office/drawing/2014/main" id="{B3DDC550-25A4-CDE9-31B5-80AEA0E7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21" r="9077" b="-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0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 dirty="0"/>
              <a:t>Warehouse Operations &amp; Bottlenecks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Capacity Stress: The Central Warehouse handles 45% of total order processing volume.</a:t>
            </a:r>
          </a:p>
          <a:p>
            <a:pPr lvl="0"/>
            <a:r>
              <a:rPr lang="en-GB" dirty="0"/>
              <a:t>​Performance Gap: The Central hub’s fulfillment delay rate (4.2%) significantly outpaces regional hub averages (ranging between 1.5% and 2.1%).</a:t>
            </a:r>
          </a:p>
        </p:txBody>
      </p:sp>
      <p:pic>
        <p:nvPicPr>
          <p:cNvPr id="6" name="Picture 5" descr="Plastic containers in bright colours">
            <a:extLst>
              <a:ext uri="{FF2B5EF4-FFF2-40B4-BE49-F238E27FC236}">
                <a16:creationId xmlns:a16="http://schemas.microsoft.com/office/drawing/2014/main" id="{59E0A1AE-45D3-1F1E-BACF-951FF63309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62" r="29999" b="-1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370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400" dirty="0"/>
              <a:t>Predictive Forecasting &amp; Strategic Roadmap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Q1 Projections: Time-series demand modeling projects an 8% revenue expansion, targeting $520,000 for Q1.​</a:t>
            </a:r>
          </a:p>
          <a:p>
            <a:pPr lvl="0"/>
            <a:r>
              <a:rPr lang="en-GB" dirty="0"/>
              <a:t>Key Actions: Decentralize buffer stock, implement tier-1 customer SLAs, and upgrade to real-time streaming data pipelines.</a:t>
            </a:r>
          </a:p>
        </p:txBody>
      </p:sp>
      <p:pic>
        <p:nvPicPr>
          <p:cNvPr id="6" name="Picture 5" descr="Graph">
            <a:extLst>
              <a:ext uri="{FF2B5EF4-FFF2-40B4-BE49-F238E27FC236}">
                <a16:creationId xmlns:a16="http://schemas.microsoft.com/office/drawing/2014/main" id="{37BC6D2E-AE0D-E1CA-C56C-17563BD6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1" r="29174" b="4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649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DashVTI</vt:lpstr>
      <vt:lpstr>CadetX Heavy Supplier Analytics: Final Presentation</vt:lpstr>
      <vt:lpstr>Project Scope &amp; Objectives</vt:lpstr>
      <vt:lpstr>Commercial &amp; Customer Insights</vt:lpstr>
      <vt:lpstr>Warehouse Operations &amp; Bottlenecks</vt:lpstr>
      <vt:lpstr>Predictive Forecasting &amp; Strategic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CadetX Heavy Supplier Analytics: Final Presentation</dc:title>
  <dc:creator>Ifeanyi Njoku</dc:creator>
  <cp:lastModifiedBy>Ifeanyi Njoku</cp:lastModifiedBy>
  <cp:revision>1</cp:revision>
  <dcterms:created xsi:type="dcterms:W3CDTF">2026-10-20T03:33:30Z</dcterms:created>
  <dcterms:modified xsi:type="dcterms:W3CDTF">2026-10-20T03:39:06Z</dcterms:modified>
</cp:coreProperties>
</file>